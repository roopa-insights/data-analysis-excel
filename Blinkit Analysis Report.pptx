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00"/>
    <a:srgbClr val="49702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u="sng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The overall revenue generated from all items sold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total count of different items sold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en-US"/>
            </a:defPPr>
            <a:lvl1pPr indent="0">
              <a:defRPr sz="4000"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indent="0">
              <a:defRPr sz="1100"/>
            </a:lvl2pPr>
            <a:lvl3pPr indent="0">
              <a:defRPr sz="1100"/>
            </a:lvl3pPr>
            <a:lvl4pPr indent="0">
              <a:defRPr sz="1100"/>
            </a:lvl4pPr>
            <a:lvl5pPr indent="0">
              <a:defRPr sz="1100"/>
            </a:lvl5pPr>
            <a:lvl6pPr indent="0">
              <a:defRPr sz="1100"/>
            </a:lvl6pPr>
            <a:lvl7pPr indent="0">
              <a:defRPr sz="1100"/>
            </a:lvl7pPr>
            <a:lvl8pPr indent="0">
              <a:defRPr sz="1100"/>
            </a:lvl8pPr>
            <a:lvl9pPr indent="0">
              <a:defRPr sz="1100"/>
            </a:lvl9pPr>
          </a:lstStyle>
          <a:p>
            <a:r>
              <a:rPr lang="en-IN" dirty="0"/>
              <a:t>blink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it</a:t>
            </a:r>
            <a:r>
              <a:rPr lang="en-IN" dirty="0"/>
              <a:t> 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u="sng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09" y="2574190"/>
            <a:ext cx="1170829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Objective: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	</a:t>
            </a:r>
            <a:r>
              <a:rPr kumimoji="0" lang="en-US" altLang="en-US" sz="1600" b="1" i="0" strike="noStrike" cap="none" normalizeH="0" baseline="0" dirty="0">
                <a:ln>
                  <a:noFill/>
                </a:ln>
                <a:effectLst/>
              </a:rPr>
              <a:t>Additional KPI Metrics</a:t>
            </a:r>
            <a:r>
              <a:rPr kumimoji="0" lang="en-US" altLang="en-US" sz="1600" b="1" i="0" u="sng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</a:t>
            </a:r>
            <a:r>
              <a:rPr lang="en-US" altLang="en-US" sz="1600" b="1" dirty="0">
                <a:solidFill>
                  <a:schemeClr val="accent6">
                    <a:lumMod val="75000"/>
                  </a:schemeClr>
                </a:solidFill>
              </a:rPr>
              <a:t>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	</a:t>
            </a:r>
            <a:r>
              <a:rPr kumimoji="0" lang="en-US" altLang="en-US" sz="1600" b="1" i="0" strike="noStrike" cap="none" normalizeH="0" baseline="0" dirty="0">
                <a:ln>
                  <a:noFill/>
                </a:ln>
                <a:effectLst/>
              </a:rPr>
              <a:t>Additional KPI Metrics: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Assess how other KPIs (Average Sales, Number of Items, Average Rating) vary with fat content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</a:t>
            </a:r>
            <a:r>
              <a:rPr lang="en-US" altLang="en-US" sz="1600" b="1" dirty="0">
                <a:solidFill>
                  <a:schemeClr val="accent6">
                    <a:lumMod val="75000"/>
                  </a:schemeClr>
                </a:solidFill>
              </a:rPr>
              <a:t>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</a:rPr>
              <a:t>Additional KPI Metrics: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</a:rPr>
              <a:t>Assess how other KPIs (Average Sales, Number of Items, Average Rating) vary with fat content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/>
              <a:t>Objective:</a:t>
            </a:r>
            <a:r>
              <a:rPr lang="en-US" altLang="en-US" sz="1600" b="1" dirty="0">
                <a:solidFill>
                  <a:schemeClr val="accent6">
                    <a:lumMod val="75000"/>
                  </a:schemeClr>
                </a:solidFill>
              </a:rPr>
              <a:t>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tx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u="sng" dirty="0">
                <a:solidFill>
                  <a:schemeClr val="tx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u="sng" dirty="0"/>
              <a:t>Objective: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 Analyze the correlation between outlet size and total sales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u="sng" dirty="0"/>
              <a:t>Objective:</a:t>
            </a:r>
            <a:r>
              <a:rPr lang="en-US" altLang="en-US" b="1" u="sng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u="sng" dirty="0"/>
              <a:t>Objective: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</a:rPr>
              <a:t>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C022-CCD2-58DC-E149-148C07DE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571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Thank You </a:t>
            </a:r>
            <a:endParaRPr lang="en-IN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581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</TotalTime>
  <Words>348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Roopa M</cp:lastModifiedBy>
  <cp:revision>18</cp:revision>
  <dcterms:created xsi:type="dcterms:W3CDTF">2024-06-24T12:27:37Z</dcterms:created>
  <dcterms:modified xsi:type="dcterms:W3CDTF">2025-11-08T12:46:37Z</dcterms:modified>
</cp:coreProperties>
</file>